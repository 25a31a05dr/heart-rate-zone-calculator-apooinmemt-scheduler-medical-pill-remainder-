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8" r:id="rId3"/>
    <p:sldId id="257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B31166"/>
    <a:srgbClr val="DEE5F8"/>
    <a:srgbClr val="8EE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09C3-D944-E8CE-0F5C-76920AFEC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99FBC-8906-9290-B7CC-94035C83E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F56CD-0C57-2AAF-4651-BF5931D2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7611F-46C9-3D25-D6B3-6FDD277B8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3164D-DD69-CEE1-FFFE-BF720ECF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784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A76C-EAB8-10EA-980C-09EA4F59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D0842-425F-62B4-7FF3-D39EE7640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29574-DA41-04E8-F915-43D675E3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D7355-CD22-8B6D-DF10-3939F125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D8C23-26DF-4E6D-323B-C78C117F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919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9A29-2299-4DC0-0826-A9E2C673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6EF48-7F5F-B489-CA24-8C4115D94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6B3C-E40F-7C62-F7AE-0F93873F9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5A48-89E2-17C9-CADD-285BD4D0A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F660E-6B11-E434-284C-8E3DC230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18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C37C-37E0-AC74-9E78-E292FBD5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38509-47AD-9100-5FD7-4CF1CF967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F24EF-F509-E0C2-4032-6F36BBB83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532CE-9018-5EDF-1B5E-670B9ED1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E2071-FE76-DD7A-A499-24E15582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A815-A6F7-D7D8-1D91-4F6F6DF1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235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CCF80-9DF5-C163-2650-457EA623D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D59FE-1927-A3C5-EF8F-F94980F6B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BFF50-F73F-B621-817C-57A1074AE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B7AFA-409D-D6F3-086C-EB7BDFEDB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F3AFB-BFF1-857D-169E-6E1EE9D7A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9BCEB-770A-463E-4523-C44AC09B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3F75C5-B817-D1FB-02D5-2C64110B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6E19B-0FA8-C735-1DBB-92238F52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611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D457-29A5-18BB-2A5C-56FA48518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1E691-0099-3352-DFEB-F1CA2C9F6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CF312-8598-8955-22F4-2BBE3F9D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85982-DAAA-866B-B44C-A738FA6E4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151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B84F6-1BBA-DAE9-A6D4-FB3524BA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B0726-D151-63B2-CFC7-76CCDC46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9635C-F40D-F79D-4355-A6995ADFC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08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57434-3BC2-FE56-72B7-A9B024826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D57D0-4636-BE03-A354-9C0E9C1D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A4F63-CD44-4C91-CC2A-4BC3721EF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21FEF-67EB-4DD4-DF2F-15F22D981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3AAD8-E445-C4A6-CF15-B49965DB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D287D-588A-DD04-B0B6-CFED9DFB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073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5A16-90DC-6DD7-13EB-250DFB49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271EBD-2A2D-6451-46F4-DD1863279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229CB-9D16-B68C-E888-2613DE878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3A6BD-3917-A01E-6738-4C659B0C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14D35-89F0-0266-E906-77EADDFB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96A83-A6DE-5B44-942E-395268B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55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52AB-5294-3A06-B2DD-D5B332CC0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F3315-CD86-85E5-0098-E70CE2CB8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EE46B-206C-FA6D-C2D9-D9911EF8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AB655-6D9D-EBE3-0873-D7236BB40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B97BF-5312-53B9-D495-B81E60AD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516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913BA6-F1EB-3FE3-EDC0-3F431B5B3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5C458-51E8-A789-EDCB-87FE68F25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CE0CC-77AE-650D-6E2C-3B94F49C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799DD-94CB-ED84-0BD7-666BC148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A6958-AD6F-D8DD-5C0B-52597770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435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FD284A-E9C3-FA38-DCA0-15C6085BF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29267-C038-E2F6-2AD7-BE19B1D47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D34B7-3566-1827-C240-228AA01B4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441AD-9FA7-4078-9F27-AB9CC647F44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D7DD-608F-DBA1-42B5-86EE3093C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8B9A4-3132-8344-DC2B-6493EBC3A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20122-98E7-49EC-929A-BC504DD6B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14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luediamondgallery.com/handwriting/o/objectives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hand-leave-pen-paper-thank-you-226358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chemeClr val="bg1">
                <a:lumMod val="75000"/>
              </a:schemeClr>
            </a:gs>
            <a:gs pos="100000">
              <a:schemeClr val="bg2">
                <a:lumMod val="50000"/>
              </a:schemeClr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9D6728-BFF6-6282-5C01-02CC93DA08D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797136" y="4513330"/>
            <a:ext cx="4769052" cy="311589"/>
          </a:xfr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0">
                <a:schemeClr val="bg1">
                  <a:lumMod val="75000"/>
                </a:schemeClr>
              </a:gs>
              <a:gs pos="62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txBody>
          <a:bodyPr>
            <a:normAutofit fontScale="55000" lnSpcReduction="20000"/>
            <a:scene3d>
              <a:camera prst="orthographicFront"/>
              <a:lightRig rig="threePt" dir="t"/>
            </a:scene3d>
            <a:sp3d contourW="12700">
              <a:bevelT w="63500" h="19050"/>
              <a:bevelB w="127000"/>
              <a:contourClr>
                <a:schemeClr val="tx1"/>
              </a:contourClr>
            </a:sp3d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</a:rPr>
              <a:t>-WHERE EDUCATION DEEMED TO BE EXCELLENCE</a:t>
            </a:r>
            <a:endParaRPr lang="en-IN" dirty="0">
              <a:solidFill>
                <a:schemeClr val="bg2">
                  <a:lumMod val="1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8EE676-EF12-3179-428D-7E33DB2A1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154" y="1995577"/>
            <a:ext cx="4491692" cy="1676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65100">
              <a:schemeClr val="accent4">
                <a:lumMod val="40000"/>
                <a:lumOff val="60000"/>
              </a:schemeClr>
            </a:glow>
            <a:outerShdw blurRad="50800" dist="50800" dir="1800000" sx="97000" sy="97000" algn="ctr" rotWithShape="0">
              <a:schemeClr val="accent4"/>
            </a:outerShdw>
            <a:reflection blurRad="12700" stA="38000" endPos="28000" dist="5000" dir="5400000" sy="-100000" algn="bl" rotWithShape="0"/>
          </a:effectLst>
          <a:scene3d>
            <a:camera prst="orthographicFront">
              <a:rot lat="0" lon="2159400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860375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bg2">
                <a:lumMod val="90000"/>
              </a:schemeClr>
            </a:gs>
            <a:gs pos="0">
              <a:schemeClr val="bg1">
                <a:lumMod val="9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6F3B-0EB7-C759-60C3-E7302B68DCC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80204" y="982006"/>
            <a:ext cx="8174038" cy="42703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ShRIKAND"/>
              </a:rPr>
              <a:t>PROJECT TITLE :</a:t>
            </a:r>
            <a:endParaRPr lang="en-IN" dirty="0">
              <a:solidFill>
                <a:schemeClr val="tx2">
                  <a:lumMod val="50000"/>
                </a:schemeClr>
              </a:solidFill>
              <a:latin typeface="ShRIKAN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31EE0-7DDC-E393-50BF-4FAFBAE25B1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46871" y="2060039"/>
            <a:ext cx="7422204" cy="251618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LEADER 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25A31A05DR – T.VENKATESWARA RAO.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25A31A05CW – J . PREM VEER.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25A31A05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 – V . PRADEEP.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25A31A05DT -  V. ANJANI NITESH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C957C8-5162-A55A-BBED-2F24D6BE7CFA}"/>
              </a:ext>
            </a:extLst>
          </p:cNvPr>
          <p:cNvSpPr txBox="1"/>
          <p:nvPr/>
        </p:nvSpPr>
        <p:spPr>
          <a:xfrm>
            <a:off x="418015" y="4797961"/>
            <a:ext cx="8298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Bahnschrift SemiBold" panose="020B0502040204020203" pitchFamily="34" charset="0"/>
              </a:rPr>
              <a:t>BRANCH: COMPUTER SCIENCE AND DEPARTMENT[CSE-C]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Bahnschrift SemiBold" panose="020B0502040204020203" pitchFamily="34" charset="0"/>
              </a:rPr>
              <a:t>YEAR : 1</a:t>
            </a:r>
            <a:r>
              <a:rPr lang="en-US" baseline="30000" dirty="0">
                <a:latin typeface="Bahnschrift SemiBold" panose="020B0502040204020203" pitchFamily="34" charset="0"/>
              </a:rPr>
              <a:t>ST</a:t>
            </a:r>
            <a:r>
              <a:rPr lang="en-US" dirty="0">
                <a:latin typeface="Bahnschrift SemiBold" panose="020B0502040204020203" pitchFamily="34" charset="0"/>
              </a:rPr>
              <a:t> YEAR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Bahnschrift SemiBold" panose="020B0502040204020203" pitchFamily="34" charset="0"/>
              </a:rPr>
              <a:t>COLLEGE NAME : PRAGATI ENGINEERING COLLEGE  ,  SURAMPALEM</a:t>
            </a:r>
            <a:endParaRPr lang="en-IN" dirty="0">
              <a:latin typeface="Bahnschrift SemiBold" panose="020B05020402040202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1730F5-05DF-208B-41A6-41E4D9874ACF}"/>
              </a:ext>
            </a:extLst>
          </p:cNvPr>
          <p:cNvSpPr/>
          <p:nvPr/>
        </p:nvSpPr>
        <p:spPr>
          <a:xfrm>
            <a:off x="8309332" y="2667509"/>
            <a:ext cx="3489820" cy="2063691"/>
          </a:xfrm>
          <a:custGeom>
            <a:avLst/>
            <a:gdLst>
              <a:gd name="csX0" fmla="*/ 0 w 3171038"/>
              <a:gd name="csY0" fmla="*/ 1547634 h 3095267"/>
              <a:gd name="csX1" fmla="*/ 1585519 w 3171038"/>
              <a:gd name="csY1" fmla="*/ 0 h 3095267"/>
              <a:gd name="csX2" fmla="*/ 3171038 w 3171038"/>
              <a:gd name="csY2" fmla="*/ 1547634 h 3095267"/>
              <a:gd name="csX3" fmla="*/ 1585519 w 3171038"/>
              <a:gd name="csY3" fmla="*/ 3095268 h 3095267"/>
              <a:gd name="csX4" fmla="*/ 0 w 3171038"/>
              <a:gd name="csY4" fmla="*/ 1547634 h 3095267"/>
              <a:gd name="csX0" fmla="*/ 0 w 2994869"/>
              <a:gd name="csY0" fmla="*/ 1547642 h 3095284"/>
              <a:gd name="csX1" fmla="*/ 1585519 w 2994869"/>
              <a:gd name="csY1" fmla="*/ 8 h 3095284"/>
              <a:gd name="csX2" fmla="*/ 2994869 w 2994869"/>
              <a:gd name="csY2" fmla="*/ 1564420 h 3095284"/>
              <a:gd name="csX3" fmla="*/ 1585519 w 2994869"/>
              <a:gd name="csY3" fmla="*/ 3095276 h 3095284"/>
              <a:gd name="csX4" fmla="*/ 0 w 2994869"/>
              <a:gd name="csY4" fmla="*/ 1547642 h 3095284"/>
              <a:gd name="csX0" fmla="*/ 101058 w 3095927"/>
              <a:gd name="csY0" fmla="*/ 1547669 h 3095311"/>
              <a:gd name="csX1" fmla="*/ 327561 w 3095927"/>
              <a:gd name="csY1" fmla="*/ 1518172 h 3095311"/>
              <a:gd name="csX2" fmla="*/ 1686577 w 3095927"/>
              <a:gd name="csY2" fmla="*/ 35 h 3095311"/>
              <a:gd name="csX3" fmla="*/ 3095927 w 3095927"/>
              <a:gd name="csY3" fmla="*/ 1564447 h 3095311"/>
              <a:gd name="csX4" fmla="*/ 1686577 w 3095927"/>
              <a:gd name="csY4" fmla="*/ 3095303 h 3095311"/>
              <a:gd name="csX5" fmla="*/ 101058 w 3095927"/>
              <a:gd name="csY5" fmla="*/ 1547669 h 3095311"/>
              <a:gd name="csX0" fmla="*/ 272023 w 3266892"/>
              <a:gd name="csY0" fmla="*/ 1548268 h 3095910"/>
              <a:gd name="csX1" fmla="*/ 154578 w 3266892"/>
              <a:gd name="csY1" fmla="*/ 1376158 h 3095910"/>
              <a:gd name="csX2" fmla="*/ 1857542 w 3266892"/>
              <a:gd name="csY2" fmla="*/ 634 h 3095910"/>
              <a:gd name="csX3" fmla="*/ 3266892 w 3266892"/>
              <a:gd name="csY3" fmla="*/ 1565046 h 3095910"/>
              <a:gd name="csX4" fmla="*/ 1857542 w 3266892"/>
              <a:gd name="csY4" fmla="*/ 3095902 h 3095910"/>
              <a:gd name="csX5" fmla="*/ 272023 w 3266892"/>
              <a:gd name="csY5" fmla="*/ 1548268 h 3095910"/>
              <a:gd name="csX0" fmla="*/ 231819 w 3293800"/>
              <a:gd name="csY0" fmla="*/ 1825104 h 3097233"/>
              <a:gd name="csX1" fmla="*/ 181486 w 3293800"/>
              <a:gd name="csY1" fmla="*/ 1376158 h 3097233"/>
              <a:gd name="csX2" fmla="*/ 1884450 w 3293800"/>
              <a:gd name="csY2" fmla="*/ 634 h 3097233"/>
              <a:gd name="csX3" fmla="*/ 3293800 w 3293800"/>
              <a:gd name="csY3" fmla="*/ 1565046 h 3097233"/>
              <a:gd name="csX4" fmla="*/ 1884450 w 3293800"/>
              <a:gd name="csY4" fmla="*/ 3095902 h 3097233"/>
              <a:gd name="csX5" fmla="*/ 231819 w 3293800"/>
              <a:gd name="csY5" fmla="*/ 1825104 h 30972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3800" h="3097233">
                <a:moveTo>
                  <a:pt x="231819" y="1825104"/>
                </a:moveTo>
                <a:cubicBezTo>
                  <a:pt x="-52008" y="1538480"/>
                  <a:pt x="-82767" y="1634097"/>
                  <a:pt x="181486" y="1376158"/>
                </a:cubicBezTo>
                <a:cubicBezTo>
                  <a:pt x="445739" y="1118219"/>
                  <a:pt x="1365731" y="-30847"/>
                  <a:pt x="1884450" y="634"/>
                </a:cubicBezTo>
                <a:cubicBezTo>
                  <a:pt x="2403169" y="32115"/>
                  <a:pt x="3293800" y="710311"/>
                  <a:pt x="3293800" y="1565046"/>
                </a:cubicBezTo>
                <a:cubicBezTo>
                  <a:pt x="3293800" y="2419781"/>
                  <a:pt x="2394780" y="3052559"/>
                  <a:pt x="1884450" y="3095902"/>
                </a:cubicBezTo>
                <a:cubicBezTo>
                  <a:pt x="1374120" y="3139245"/>
                  <a:pt x="515646" y="2111728"/>
                  <a:pt x="231819" y="1825104"/>
                </a:cubicBezTo>
                <a:close/>
              </a:path>
            </a:pathLst>
          </a:custGeom>
          <a:solidFill>
            <a:srgbClr val="DEE5F8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48CF5-26A4-1B49-68E9-218473B35A9E}"/>
              </a:ext>
            </a:extLst>
          </p:cNvPr>
          <p:cNvSpPr txBox="1"/>
          <p:nvPr/>
        </p:nvSpPr>
        <p:spPr>
          <a:xfrm>
            <a:off x="8833608" y="3376188"/>
            <a:ext cx="2873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CECFF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TEAM LEADER &amp; MEMBER’S DETAILS</a:t>
            </a:r>
            <a:endParaRPr lang="en-IN" dirty="0">
              <a:solidFill>
                <a:schemeClr val="tx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263A263E-ACA7-FAC7-9104-F3BF65CE7F05}"/>
              </a:ext>
            </a:extLst>
          </p:cNvPr>
          <p:cNvSpPr/>
          <p:nvPr/>
        </p:nvSpPr>
        <p:spPr>
          <a:xfrm>
            <a:off x="246871" y="771460"/>
            <a:ext cx="1305451" cy="73049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8088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89B6D7-9C4F-B39B-E4B2-208EBFB9A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238" y="1079769"/>
            <a:ext cx="7970195" cy="899809"/>
          </a:xfrm>
        </p:spPr>
        <p:txBody>
          <a:bodyPr>
            <a:normAutofit fontScale="90000"/>
          </a:bodyPr>
          <a:lstStyle/>
          <a:p>
            <a:pPr marL="857250" indent="-857250">
              <a:buFont typeface="Courier New" panose="02070309020205020404" pitchFamily="49" charset="0"/>
              <a:buChar char="o"/>
            </a:pPr>
            <a:r>
              <a:rPr lang="en-US" dirty="0">
                <a:latin typeface="Algerian" panose="04020705040A02060702" pitchFamily="82" charset="0"/>
              </a:rPr>
              <a:t>PROJECT OBJECTIVE: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EAD56A5-48EE-563E-FE59-876B6ACF9F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96443" y="2670244"/>
            <a:ext cx="797019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  <a:t>Heart Rate Zone Calculator</a:t>
            </a:r>
            <a:r>
              <a:rPr lang="en-US" altLang="en-US" sz="1800" b="1" dirty="0">
                <a:latin typeface="Algerian" panose="04020705040A02060702" pitchFamily="82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  <a:t>       Provide accurate exercise intensity ranges based on 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  <a:t>Medical Appointment Scheduler;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  <a:t>Simulate patient flow using queues to reduce waiting times.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  <a:t>Pill Reminder System: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  <a:t>       Send desktop notifications for timely medication intake.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  <a:t>Unified C++ Application: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lgerian" panose="04020705040A02060702" pitchFamily="82" charset="0"/>
              </a:rPr>
              <a:t>      Integrate all modules into one console-based health support tool.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400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Content="1"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8000"/>
            <a:lum/>
          </a:blip>
          <a:srcRect/>
          <a:tile tx="234950" ty="6350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41C7A3-86EE-6197-A8E4-701DE91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41" y="256380"/>
            <a:ext cx="10515600" cy="82391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CONSIDERATIONS: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ABBE0-3740-4C25-8025-471987D70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411"/>
            <a:ext cx="5157787" cy="6846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LIMITATIONS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EA36B3-D743-E6F4-9831-CDFC17951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ADVANTAGES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D0CAC3C-EDC0-9618-C977-B2B638131E5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71341" y="2652199"/>
            <a:ext cx="525621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Manual heart rate tracking is error-prone.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Clinics face long waiting times due to poor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 queue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Patients often forget medication schedules.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Current solutions are fragmented across multiple apps.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B55A305-36AF-A5E2-3EC8-58D222742DFE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096000" y="2790698"/>
            <a:ext cx="67683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Automated and accurate heart rate zone calculation.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Queue-based scheduling improves patient flow efficiency.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Desktop reminders ensure medication adherence.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A single integrated solution enhances usability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 accessibility.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F15873-67CB-8FBF-A33C-4211B08BEC38}"/>
              </a:ext>
            </a:extLst>
          </p:cNvPr>
          <p:cNvSpPr txBox="1"/>
          <p:nvPr/>
        </p:nvSpPr>
        <p:spPr>
          <a:xfrm>
            <a:off x="1205663" y="4933046"/>
            <a:ext cx="9780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 Narrow" panose="020B0606020202030204" pitchFamily="34" charset="0"/>
              </a:rPr>
              <a:t>Advantages: The proposed system ensures accurate heart rate tracking, efficient patient scheduling, and timely medication reminders, all integrated into a single C++ application.</a:t>
            </a:r>
          </a:p>
          <a:p>
            <a:r>
              <a:rPr lang="en-US" b="1" dirty="0">
                <a:solidFill>
                  <a:schemeClr val="tx2"/>
                </a:solidFill>
                <a:latin typeface="Arial Narrow" panose="020B0606020202030204" pitchFamily="34" charset="0"/>
              </a:rPr>
              <a:t>Disadvantages: Being console‑based, it lacks a modern interface, may face scalability issues.</a:t>
            </a:r>
            <a:endParaRPr lang="en-IN" dirty="0">
              <a:solidFill>
                <a:schemeClr val="tx2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430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/>
      </p:transition>
    </mc:Choice>
    <mc:Fallback>
      <p:transition spd="slow">
        <p:spli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8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ADE2904-9087-CBDA-9102-DB3A5C7AC4CB}"/>
              </a:ext>
            </a:extLst>
          </p:cNvPr>
          <p:cNvSpPr txBox="1"/>
          <p:nvPr/>
        </p:nvSpPr>
        <p:spPr>
          <a:xfrm>
            <a:off x="1392573" y="1241354"/>
            <a:ext cx="921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WE APPERCIATE AND THANK YOUR TIME AND CONSIDERATION ON MY PROJECT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B1127B-161D-770C-763E-87BEC7BFAC18}"/>
              </a:ext>
            </a:extLst>
          </p:cNvPr>
          <p:cNvSpPr/>
          <p:nvPr/>
        </p:nvSpPr>
        <p:spPr>
          <a:xfrm>
            <a:off x="3949409" y="3990792"/>
            <a:ext cx="49139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2">
                    <a:lumMod val="1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 YOU !!...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B2EBE-A411-495F-0C44-A760193F30A9}"/>
              </a:ext>
            </a:extLst>
          </p:cNvPr>
          <p:cNvSpPr txBox="1"/>
          <p:nvPr/>
        </p:nvSpPr>
        <p:spPr>
          <a:xfrm>
            <a:off x="6920916" y="5087733"/>
            <a:ext cx="3691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-BY TEAM LEADER AND MEMBERS</a:t>
            </a:r>
          </a:p>
          <a:p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905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269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Algerian</vt:lpstr>
      <vt:lpstr>Aptos</vt:lpstr>
      <vt:lpstr>Aptos Display</vt:lpstr>
      <vt:lpstr>Arial</vt:lpstr>
      <vt:lpstr>Arial Narrow</vt:lpstr>
      <vt:lpstr>Arial Rounded MT Bold</vt:lpstr>
      <vt:lpstr>Bahnschrift SemiBold</vt:lpstr>
      <vt:lpstr>Calibri</vt:lpstr>
      <vt:lpstr>Courier New</vt:lpstr>
      <vt:lpstr>ShRIKAND</vt:lpstr>
      <vt:lpstr>Wingdings</vt:lpstr>
      <vt:lpstr>Office Theme</vt:lpstr>
      <vt:lpstr>PowerPoint Presentation</vt:lpstr>
      <vt:lpstr>PROJECT TITLE :</vt:lpstr>
      <vt:lpstr>PROJECT OBJECTIVE:</vt:lpstr>
      <vt:lpstr>CONSIDERATIONS: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venkateswara rao</dc:creator>
  <cp:lastModifiedBy>venkateswara rao</cp:lastModifiedBy>
  <cp:revision>4</cp:revision>
  <dcterms:created xsi:type="dcterms:W3CDTF">2026-03-31T15:12:29Z</dcterms:created>
  <dcterms:modified xsi:type="dcterms:W3CDTF">2026-04-01T15:10:23Z</dcterms:modified>
</cp:coreProperties>
</file>